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 varScale="1">
        <p:scale>
          <a:sx n="75" d="100"/>
          <a:sy n="75" d="100"/>
        </p:scale>
        <p:origin x="43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B668-1973-4C17-B9D3-F7F4C1F45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CF67E-32D0-437A-887B-1C293429E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27529-880C-4F66-8A05-D373FA6C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68087-C6AD-40DA-8707-1D2FF352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FA799-51AB-423C-B54F-8144F43F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818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ED063-E561-468E-8645-1EC0905A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5550D-09AE-4C86-B682-1128BFD1C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C2C72-DBE6-4703-991D-0EF023F2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A9A00-E118-4E8D-8605-D6FD043A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D9F64-3D21-437B-83CB-6AB5A6F8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751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0B4D-1FC6-478C-96A9-02AC7268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F684-F977-4063-B802-63846EC7F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4A6E-8511-4781-8834-FD39D5C0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7BFF2-D625-4A93-8543-BCD3D5051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A00EA-7AC4-4EB3-B727-3D962C64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5674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89BD-09D6-4171-91DE-2123BE91C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5E23-A958-4875-8EA4-3729550D7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7AA20-7C48-4E79-9EB3-94E8B64E5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9648C-096F-4F0F-8725-8A0F1C4B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AAE9C-8E9C-46C9-A40B-4A90BAAD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9A9FA-930F-4186-A36F-2B66B88E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158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7B4B-D046-4187-B3B3-6B5FE0FEC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B8CE0-9482-465A-94EB-AA971E1ED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FF1AE-184E-49C9-B238-8ACA5BF4F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4ED0A-FEAA-4263-80E1-5178D8E80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897B3-B730-4582-90A9-63963B200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D797B-E13A-48C5-B101-E1D75F8C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C74DD-A092-46BA-8EBD-AE12976C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1A843-045B-4D3E-94F3-E498D782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229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9225-3097-4E8B-8F8B-0D7E0988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137E1E-FAFB-4960-93A0-10339F1F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D8B86-A9F0-4FFC-B0ED-5027CAFA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77BB8-F219-485B-A212-8E124B8B5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65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AEA51-CB36-4934-8DF4-8B91E6C8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15216-7B78-4014-A56B-F24323E2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68D0F-43FC-4316-A3EE-295E0D013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478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0DCB-3B91-4D95-9665-1D199D36C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4EAB0-2652-4035-8F18-ACC5D7CD0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6073B-93A0-4BB6-8EE1-6BCACAA98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A5486-26E7-48D5-8B16-B2730565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03AFE-243A-44A3-B456-07304D1B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81800-EA5B-4A9D-A9BF-D0317E4F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721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37B5-4DA8-401D-AD98-0C63252D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1C310-46A2-4341-8653-95019F6D0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06B36-5318-4D6F-AEDD-8DAA7C112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2E44A-E7A8-4D2C-8E26-1B2FE0D6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7F89-FB24-4AD3-8761-0641A1E4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F5B5-B328-425B-92B0-D7DE829F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09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2680-FEEC-4887-A780-B4F54E2A1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BCACA-103E-4A9C-9E55-0A5717E6E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6741B-51D4-4B60-AAFD-A7C14E77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9A78A-26C5-4A29-A121-F2C9517C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884E6-9E54-43AD-BA27-147524EC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733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0CF0B-A3A7-4A9C-8CB2-8B3A168A6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AA980-6C9E-4671-9E55-B9D3B5C6D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49218-2C13-4208-8351-898AD7E7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332A0-31E4-480D-A8F4-4F7E0AAE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D6AE5-928B-4AE1-8AE3-31528672A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41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ACECC-E9F7-446D-9571-1B61C334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CAE3A-D847-431B-B4F3-7B915D896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F30C7-70AD-41F2-BF7C-CD1BA1D39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7F861-0BD5-4869-B815-295160F1DD0F}" type="datetimeFigureOut">
              <a:rPr lang="en-ZA" smtClean="0"/>
              <a:t>2025/11/18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37AD5-CB57-4DE0-AD40-6D352F572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DC327-8513-4FD2-A244-7CAD15655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01AF9-3A5D-46C0-AA8B-64D0ACDE4A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571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B30F9-230A-4618-B2C1-6B602188A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780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5D37D-759A-431C-AE19-7004C4B21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803" y="873760"/>
            <a:ext cx="10414197" cy="2854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1D31F-93CD-4DB3-B2B7-DF598CB10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802" y="0"/>
            <a:ext cx="10414194" cy="3853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72B1E7-BC6E-4721-8BB0-463D46CD1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7801" y="3354705"/>
            <a:ext cx="5384999" cy="2495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8EA400-C5CF-48C8-8925-220A703BB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1000" y="3354705"/>
            <a:ext cx="5131000" cy="24955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F66873-920D-4ADF-B726-176495120E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1480" y="549752"/>
            <a:ext cx="351472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0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B30F9-230A-4618-B2C1-6B602188A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780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1D31F-93CD-4DB3-B2B7-DF598CB10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802" y="0"/>
            <a:ext cx="10414194" cy="3853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8C383A-86CA-458A-AB89-677073EEF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322" y="611952"/>
            <a:ext cx="4003238" cy="6000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9F7200-FC8F-4401-8EB6-989C03F08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560" y="6246048"/>
            <a:ext cx="2009775" cy="581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BAA856-70A3-41F1-8848-8D57E9508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9082" y="1666116"/>
            <a:ext cx="10414194" cy="44566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D4D7D1-96F5-43BD-8B20-BCF0EF20B4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5600" y="384266"/>
            <a:ext cx="2657475" cy="4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45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Mapheeha</dc:creator>
  <cp:lastModifiedBy>Mapheeha</cp:lastModifiedBy>
  <cp:revision>1</cp:revision>
  <dcterms:created xsi:type="dcterms:W3CDTF">2025-11-18T15:51:17Z</dcterms:created>
  <dcterms:modified xsi:type="dcterms:W3CDTF">2025-11-19T09:45:52Z</dcterms:modified>
</cp:coreProperties>
</file>